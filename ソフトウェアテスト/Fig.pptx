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t>2018/7/8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グループ化 46"/>
          <p:cNvGrpSpPr/>
          <p:nvPr/>
        </p:nvGrpSpPr>
        <p:grpSpPr>
          <a:xfrm>
            <a:off x="179512" y="2520935"/>
            <a:ext cx="8876850" cy="1534671"/>
            <a:chOff x="179512" y="2520935"/>
            <a:chExt cx="8876850" cy="1534671"/>
          </a:xfrm>
        </p:grpSpPr>
        <p:sp>
          <p:nvSpPr>
            <p:cNvPr id="4" name="正方形/長方形 3"/>
            <p:cNvSpPr/>
            <p:nvPr/>
          </p:nvSpPr>
          <p:spPr>
            <a:xfrm>
              <a:off x="179512" y="2993177"/>
              <a:ext cx="1424530" cy="5901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 smtClean="0"/>
                <a:t>テスト計画書</a:t>
              </a:r>
              <a:endParaRPr kumimoji="1" lang="ja-JP" altLang="en-US" sz="1600" dirty="0"/>
            </a:p>
          </p:txBody>
        </p:sp>
        <p:grpSp>
          <p:nvGrpSpPr>
            <p:cNvPr id="11" name="グループ化 10"/>
            <p:cNvGrpSpPr/>
            <p:nvPr/>
          </p:nvGrpSpPr>
          <p:grpSpPr>
            <a:xfrm>
              <a:off x="2042592" y="2521595"/>
              <a:ext cx="1424530" cy="1533355"/>
              <a:chOff x="2095539" y="3061898"/>
              <a:chExt cx="1424530" cy="1533355"/>
            </a:xfrm>
          </p:grpSpPr>
          <p:sp>
            <p:nvSpPr>
              <p:cNvPr id="5" name="正方形/長方形 4"/>
              <p:cNvSpPr/>
              <p:nvPr/>
            </p:nvSpPr>
            <p:spPr>
              <a:xfrm>
                <a:off x="2095539" y="3061898"/>
                <a:ext cx="1424530" cy="5901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 smtClean="0"/>
                  <a:t>テスト設計</a:t>
                </a:r>
                <a:endParaRPr kumimoji="1" lang="en-US" altLang="ja-JP" sz="1600" dirty="0" smtClean="0"/>
              </a:p>
              <a:p>
                <a:pPr algn="ctr"/>
                <a:r>
                  <a:rPr lang="ja-JP" altLang="en-US" sz="1600" dirty="0" smtClean="0"/>
                  <a:t>仕様</a:t>
                </a:r>
                <a:r>
                  <a:rPr kumimoji="1" lang="ja-JP" altLang="en-US" sz="1600" dirty="0" smtClean="0"/>
                  <a:t>書</a:t>
                </a:r>
                <a:endParaRPr kumimoji="1" lang="ja-JP" altLang="en-US" sz="1600" dirty="0"/>
              </a:p>
            </p:txBody>
          </p:sp>
          <p:sp>
            <p:nvSpPr>
              <p:cNvPr id="6" name="正方形/長方形 5"/>
              <p:cNvSpPr/>
              <p:nvPr/>
            </p:nvSpPr>
            <p:spPr>
              <a:xfrm>
                <a:off x="2095539" y="4005064"/>
                <a:ext cx="1424530" cy="5901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 smtClean="0"/>
                  <a:t>テストケース</a:t>
                </a:r>
                <a:endParaRPr kumimoji="1" lang="en-US" altLang="ja-JP" sz="1600" dirty="0" smtClean="0"/>
              </a:p>
              <a:p>
                <a:pPr algn="ctr"/>
                <a:r>
                  <a:rPr lang="ja-JP" altLang="en-US" sz="1600" dirty="0" smtClean="0"/>
                  <a:t>仕様</a:t>
                </a:r>
                <a:r>
                  <a:rPr kumimoji="1" lang="ja-JP" altLang="en-US" sz="1600" dirty="0" smtClean="0"/>
                  <a:t>書</a:t>
                </a:r>
                <a:endParaRPr kumimoji="1" lang="ja-JP" altLang="en-US" sz="1600" dirty="0"/>
              </a:p>
            </p:txBody>
          </p:sp>
        </p:grpSp>
        <p:sp>
          <p:nvSpPr>
            <p:cNvPr id="7" name="正方形/長方形 6"/>
            <p:cNvSpPr/>
            <p:nvPr/>
          </p:nvSpPr>
          <p:spPr>
            <a:xfrm>
              <a:off x="3905672" y="2993177"/>
              <a:ext cx="1424530" cy="590189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 smtClean="0">
                  <a:solidFill>
                    <a:srgbClr val="C00000"/>
                  </a:solidFill>
                </a:rPr>
                <a:t>テスト</a:t>
              </a:r>
              <a:r>
                <a:rPr kumimoji="1" lang="ja-JP" altLang="en-US" sz="1600" dirty="0" smtClean="0">
                  <a:solidFill>
                    <a:srgbClr val="C00000"/>
                  </a:solidFill>
                </a:rPr>
                <a:t>実施</a:t>
              </a:r>
              <a:endParaRPr kumimoji="1" lang="en-US" altLang="ja-JP" sz="1600" dirty="0" smtClean="0">
                <a:solidFill>
                  <a:srgbClr val="C00000"/>
                </a:solidFill>
              </a:endParaRPr>
            </a:p>
          </p:txBody>
        </p:sp>
        <p:grpSp>
          <p:nvGrpSpPr>
            <p:cNvPr id="12" name="グループ化 11"/>
            <p:cNvGrpSpPr/>
            <p:nvPr/>
          </p:nvGrpSpPr>
          <p:grpSpPr>
            <a:xfrm>
              <a:off x="5752317" y="2520935"/>
              <a:ext cx="1424530" cy="1534671"/>
              <a:chOff x="5839955" y="3602264"/>
              <a:chExt cx="1424530" cy="1534671"/>
            </a:xfrm>
          </p:grpSpPr>
          <p:sp>
            <p:nvSpPr>
              <p:cNvPr id="8" name="正方形/長方形 7"/>
              <p:cNvSpPr/>
              <p:nvPr/>
            </p:nvSpPr>
            <p:spPr>
              <a:xfrm>
                <a:off x="5839955" y="3602264"/>
                <a:ext cx="1424530" cy="5901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 smtClean="0"/>
                  <a:t>テスト不具合</a:t>
                </a:r>
                <a:endParaRPr kumimoji="1" lang="en-US" altLang="ja-JP" sz="1600" dirty="0" smtClean="0"/>
              </a:p>
              <a:p>
                <a:pPr algn="ctr"/>
                <a:r>
                  <a:rPr lang="ja-JP" altLang="en-US" sz="1600" dirty="0"/>
                  <a:t>レポート</a:t>
                </a:r>
                <a:endParaRPr kumimoji="1" lang="en-US" altLang="ja-JP" sz="1600" dirty="0" smtClean="0"/>
              </a:p>
            </p:txBody>
          </p:sp>
          <p:sp>
            <p:nvSpPr>
              <p:cNvPr id="9" name="正方形/長方形 8"/>
              <p:cNvSpPr/>
              <p:nvPr/>
            </p:nvSpPr>
            <p:spPr>
              <a:xfrm>
                <a:off x="5839955" y="4546746"/>
                <a:ext cx="1424530" cy="59018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 smtClean="0"/>
                  <a:t>テスト実施</a:t>
                </a:r>
                <a:endParaRPr kumimoji="1" lang="en-US" altLang="ja-JP" sz="1600" dirty="0" smtClean="0"/>
              </a:p>
              <a:p>
                <a:pPr algn="ctr"/>
                <a:r>
                  <a:rPr lang="ja-JP" altLang="en-US" sz="1600" dirty="0"/>
                  <a:t>レポート</a:t>
                </a:r>
                <a:endParaRPr lang="en-US" altLang="ja-JP" sz="1600" dirty="0" smtClean="0"/>
              </a:p>
            </p:txBody>
          </p:sp>
        </p:grpSp>
        <p:sp>
          <p:nvSpPr>
            <p:cNvPr id="10" name="正方形/長方形 9"/>
            <p:cNvSpPr/>
            <p:nvPr/>
          </p:nvSpPr>
          <p:spPr>
            <a:xfrm>
              <a:off x="7631832" y="2993177"/>
              <a:ext cx="1424530" cy="5901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600" dirty="0" smtClean="0"/>
                <a:t>テストサマリー</a:t>
              </a:r>
              <a:endParaRPr kumimoji="1" lang="en-US" altLang="ja-JP" sz="1600" dirty="0" smtClean="0"/>
            </a:p>
            <a:p>
              <a:pPr algn="ctr"/>
              <a:r>
                <a:rPr lang="ja-JP" altLang="en-US" sz="1600" dirty="0" smtClean="0"/>
                <a:t>レポート</a:t>
              </a:r>
              <a:endParaRPr lang="en-US" altLang="ja-JP" sz="1600" dirty="0" smtClean="0"/>
            </a:p>
          </p:txBody>
        </p:sp>
        <p:cxnSp>
          <p:nvCxnSpPr>
            <p:cNvPr id="14" name="直線矢印コネクタ 13"/>
            <p:cNvCxnSpPr>
              <a:stCxn id="4" idx="3"/>
              <a:endCxn id="5" idx="1"/>
            </p:cNvCxnSpPr>
            <p:nvPr/>
          </p:nvCxnSpPr>
          <p:spPr>
            <a:xfrm flipV="1">
              <a:off x="1604042" y="2816690"/>
              <a:ext cx="438550" cy="4715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線矢印コネクタ 14"/>
            <p:cNvCxnSpPr>
              <a:stCxn id="6" idx="3"/>
              <a:endCxn id="7" idx="1"/>
            </p:cNvCxnSpPr>
            <p:nvPr/>
          </p:nvCxnSpPr>
          <p:spPr>
            <a:xfrm flipV="1">
              <a:off x="3467122" y="3288272"/>
              <a:ext cx="438550" cy="471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矢印コネクタ 15"/>
            <p:cNvCxnSpPr>
              <a:stCxn id="7" idx="3"/>
              <a:endCxn id="9" idx="1"/>
            </p:cNvCxnSpPr>
            <p:nvPr/>
          </p:nvCxnSpPr>
          <p:spPr>
            <a:xfrm>
              <a:off x="5330202" y="3288272"/>
              <a:ext cx="422115" cy="472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線矢印コネクタ 16"/>
            <p:cNvCxnSpPr>
              <a:stCxn id="7" idx="3"/>
              <a:endCxn id="8" idx="1"/>
            </p:cNvCxnSpPr>
            <p:nvPr/>
          </p:nvCxnSpPr>
          <p:spPr>
            <a:xfrm flipV="1">
              <a:off x="5330202" y="2816030"/>
              <a:ext cx="422115" cy="4722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線矢印コネクタ 17"/>
            <p:cNvCxnSpPr>
              <a:stCxn id="8" idx="3"/>
              <a:endCxn id="10" idx="1"/>
            </p:cNvCxnSpPr>
            <p:nvPr/>
          </p:nvCxnSpPr>
          <p:spPr>
            <a:xfrm>
              <a:off x="7176847" y="2816030"/>
              <a:ext cx="454985" cy="47224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矢印コネクタ 18"/>
            <p:cNvCxnSpPr>
              <a:stCxn id="5" idx="2"/>
              <a:endCxn id="6" idx="0"/>
            </p:cNvCxnSpPr>
            <p:nvPr/>
          </p:nvCxnSpPr>
          <p:spPr>
            <a:xfrm>
              <a:off x="2754857" y="3111784"/>
              <a:ext cx="0" cy="35297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矢印コネクタ 19"/>
            <p:cNvCxnSpPr>
              <a:stCxn id="9" idx="3"/>
              <a:endCxn id="10" idx="1"/>
            </p:cNvCxnSpPr>
            <p:nvPr/>
          </p:nvCxnSpPr>
          <p:spPr>
            <a:xfrm flipV="1">
              <a:off x="7176847" y="3288272"/>
              <a:ext cx="454985" cy="4722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線矢印コネクタ 37"/>
            <p:cNvCxnSpPr>
              <a:stCxn id="4" idx="3"/>
              <a:endCxn id="6" idx="1"/>
            </p:cNvCxnSpPr>
            <p:nvPr/>
          </p:nvCxnSpPr>
          <p:spPr>
            <a:xfrm>
              <a:off x="1604042" y="3288272"/>
              <a:ext cx="438550" cy="4715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線矢印コネクタ 40"/>
            <p:cNvCxnSpPr>
              <a:stCxn id="8" idx="2"/>
              <a:endCxn id="9" idx="0"/>
            </p:cNvCxnSpPr>
            <p:nvPr/>
          </p:nvCxnSpPr>
          <p:spPr>
            <a:xfrm>
              <a:off x="6464582" y="3111124"/>
              <a:ext cx="0" cy="354293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線矢印コネクタ 43"/>
            <p:cNvCxnSpPr>
              <a:stCxn id="5" idx="3"/>
              <a:endCxn id="7" idx="1"/>
            </p:cNvCxnSpPr>
            <p:nvPr/>
          </p:nvCxnSpPr>
          <p:spPr>
            <a:xfrm>
              <a:off x="3467122" y="2816690"/>
              <a:ext cx="438550" cy="47158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99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525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</Words>
  <Application>Microsoft Office PowerPoint</Application>
  <PresentationFormat>画面に合わせる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3" baseType="lpstr"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Mikawa</dc:creator>
  <cp:lastModifiedBy>Mikawa</cp:lastModifiedBy>
  <cp:revision>6</cp:revision>
  <dcterms:created xsi:type="dcterms:W3CDTF">2018-07-08T07:15:36Z</dcterms:created>
  <dcterms:modified xsi:type="dcterms:W3CDTF">2018-07-08T14:00:53Z</dcterms:modified>
</cp:coreProperties>
</file>